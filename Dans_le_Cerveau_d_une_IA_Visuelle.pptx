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6F8"/>
    <a:srgbClr val="EDF7F9"/>
    <a:srgbClr val="EEF9FB"/>
    <a:srgbClr val="B2CAD3"/>
    <a:srgbClr val="EDF6FB"/>
    <a:srgbClr val="DBE9F8"/>
    <a:srgbClr val="DCEAF7"/>
    <a:srgbClr val="D8E8F5"/>
    <a:srgbClr val="D8EAF6"/>
    <a:srgbClr val="CFD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25" d="100"/>
          <a:sy n="25" d="100"/>
        </p:scale>
        <p:origin x="955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7C11DF-7FB1-410A-98DD-0BAFAB1BCA38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CFD3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0BAC703-5236-4980-98BF-8631AAD9AC3B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CD7D71-093C-4553-ADA2-00CC420B1DCB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D8EA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9B6C5B5-8ACC-4098-9389-445C6B13D20F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BAD12E-15AB-4179-81DD-A1930957BFE4}"/>
              </a:ext>
            </a:extLst>
          </p:cNvPr>
          <p:cNvSpPr/>
          <p:nvPr/>
        </p:nvSpPr>
        <p:spPr>
          <a:xfrm>
            <a:off x="14833600" y="8763000"/>
            <a:ext cx="1422400" cy="381000"/>
          </a:xfrm>
          <a:prstGeom prst="rect">
            <a:avLst/>
          </a:prstGeom>
          <a:solidFill>
            <a:srgbClr val="D8E8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A057DE3-1395-4F6A-90EA-CE51442BBF33}"/>
              </a:ext>
            </a:extLst>
          </p:cNvPr>
          <p:cNvSpPr/>
          <p:nvPr/>
        </p:nvSpPr>
        <p:spPr>
          <a:xfrm>
            <a:off x="14833600" y="8686800"/>
            <a:ext cx="1422400" cy="419100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362DB51-A35F-49CF-9102-4A28053536D6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DBE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AD5B44-FAC1-4E08-A16D-78EB03AF3981}"/>
              </a:ext>
            </a:extLst>
          </p:cNvPr>
          <p:cNvSpPr/>
          <p:nvPr/>
        </p:nvSpPr>
        <p:spPr>
          <a:xfrm>
            <a:off x="14986000" y="8839200"/>
            <a:ext cx="1270000" cy="266700"/>
          </a:xfrm>
          <a:prstGeom prst="rect">
            <a:avLst/>
          </a:prstGeom>
          <a:solidFill>
            <a:srgbClr val="ED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4292AC7-0EE3-488C-B94B-638B5CAEA25D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EDF7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D603B0E-DA51-4AC2-BA18-F1E97F689156}"/>
              </a:ext>
            </a:extLst>
          </p:cNvPr>
          <p:cNvSpPr/>
          <p:nvPr/>
        </p:nvSpPr>
        <p:spPr>
          <a:xfrm>
            <a:off x="14605000" y="8763000"/>
            <a:ext cx="1651000" cy="342900"/>
          </a:xfrm>
          <a:prstGeom prst="rect">
            <a:avLst/>
          </a:prstGeom>
          <a:solidFill>
            <a:srgbClr val="EEF9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4F75C47-B63E-4F1C-9BEB-2D3F550EBB59}"/>
              </a:ext>
            </a:extLst>
          </p:cNvPr>
          <p:cNvSpPr/>
          <p:nvPr/>
        </p:nvSpPr>
        <p:spPr>
          <a:xfrm>
            <a:off x="14757400" y="8686800"/>
            <a:ext cx="1498600" cy="419100"/>
          </a:xfrm>
          <a:prstGeom prst="rect">
            <a:avLst/>
          </a:prstGeom>
          <a:solidFill>
            <a:srgbClr val="EDF7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936D710-F6DB-4C3C-9588-797F34461BB1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ECF6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Personnalisé</PresentationFormat>
  <Paragraphs>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eraze</cp:lastModifiedBy>
  <cp:revision>2</cp:revision>
  <dcterms:created xsi:type="dcterms:W3CDTF">2006-08-16T00:00:00Z</dcterms:created>
  <dcterms:modified xsi:type="dcterms:W3CDTF">2026-10-15T11:33:55Z</dcterms:modified>
</cp:coreProperties>
</file>